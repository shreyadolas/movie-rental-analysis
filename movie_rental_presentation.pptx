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871B-53B1-9BCB-527A-6A7C3D715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C372A-6F7C-A2F5-90FC-D38BF26AA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2B5C6-4A18-B3CC-613E-F981288E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B8ED1-9DBF-69D4-02F7-967DFB2F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B37D2-F2E2-1156-E0B5-FE91E03F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6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C045-988B-792A-6A1E-B14872AF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45481-73BE-B5FF-332C-B62D28F9F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080C-3A89-814F-89AD-F42FB1F1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D8D9-1A74-0ECB-4D5F-E2CA8364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0705-608C-E39A-46C0-F98AD54D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7385-7C05-B529-BFB3-1E394458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D0DB8-2384-2050-9BA5-8B8760AF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00E52-8066-5D4C-9746-BB85A081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43D29-7486-06C1-730A-465542C1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23D37-81BC-0CE5-DA06-71E6A4B9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65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CB78-6E41-3B47-6470-B75F0D97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E85E4-1A91-02EC-7523-AC640B545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BE0EF-6E03-04DB-A6D9-157E1910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5694A-E79A-989D-96E4-8E391C5E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76D33-C3CA-AD33-8A52-1D7FDB5F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65397-CEF2-8DF6-C3BF-00BC5FB2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9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3929-9A5B-BCDE-2798-04EF856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52367-2696-B622-8372-E728EDEE8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7BFE-6CD7-1AF9-791D-8A10A2EC2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23979-2D15-D782-4E3A-85C8ADBC1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D3DE2-177A-0204-4D18-D5E36E8D5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C723C-BCC2-A7F4-5CA7-9C986E6C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2B108-74DD-6F7D-4D80-DF15CE01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CB9B1-4607-4004-417A-9D4A3934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4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F5C6-ED56-925D-6E7F-71C8FB25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FBDF5-16A9-1BCC-102E-18D745AE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CFA98-0815-8C0C-8B91-85550EDE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3BBCB-172F-A505-0ACE-A208BAEC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79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52A7C-4F26-2F73-5020-E0487D58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8F00F-4252-6859-DFA2-0E6F81CA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069C4-65E7-56C7-7598-D857DF68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11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2B24-F3C8-7D43-82D6-028FE823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493F-14A1-4762-DA47-064B3464A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0C10D-4DC4-7E1B-FA42-CC3C7AF3C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4FFEB-3E43-0DE4-AF85-4E0CB1C8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2DC1-E0F4-1ACD-C321-89555E99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60E04-9B10-C7C9-32B5-330CAF9E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6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5E13-E2D2-19B8-6E19-F075DFD4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683D5-6A44-D264-7321-D8E0AB948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D75F1-FCD4-423E-18F2-0DE7B59FD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4ABE3-EF75-503F-8627-D13693A7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73139-D9B8-9C73-7FC3-7D507D85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8F938-1BB5-57CB-4143-BD75B803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F491-8949-8977-C1DF-96C31A80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EB35B-4242-0B95-86BA-315A712A6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F4E7-6973-CD52-CA8E-86DD8D6F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709B9-880B-C0BF-506A-220757C7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54FC-877F-36F5-C252-6AFBC42A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5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2F342-572A-3808-A807-37EC92AEB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E1639-886A-319D-6573-8CC5C0E32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540B3-6D9A-221E-CCE0-4ECA090E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ED13F-0FCE-215C-6E7C-202E53FD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67457-77D5-F525-D422-869EAE27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1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8E658-0250-F77D-9DF2-EE936090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2727E-BC98-490E-053E-2A4DF7D9F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A5C27-CE35-163A-3FFE-18F6E31E5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2555F-3249-4FB7-8F9A-6EFE741E9907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2BB2D-6891-CAE5-F24D-191E1409C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E7D11-7CEB-949F-5E1E-0292584B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37F2C-F6C6-4EC6-9B20-2B286AC1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46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AEFF-A6BE-A3FD-DB7D-ED5705872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81" y="1199535"/>
            <a:ext cx="10618837" cy="845574"/>
          </a:xfrm>
        </p:spPr>
        <p:txBody>
          <a:bodyPr>
            <a:normAutofit/>
          </a:bodyPr>
          <a:lstStyle/>
          <a:p>
            <a:r>
              <a:rPr lang="en-US" sz="4000" b="1" dirty="0"/>
              <a:t>Movie Rental Store Analysis using Power BI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09ABE-8298-09AE-B55D-9D1418A42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2" y="2898058"/>
            <a:ext cx="9144000" cy="1655762"/>
          </a:xfrm>
        </p:spPr>
        <p:txBody>
          <a:bodyPr>
            <a:noAutofit/>
          </a:bodyPr>
          <a:lstStyle/>
          <a:p>
            <a:r>
              <a:rPr lang="en-US" sz="2800" b="1" dirty="0"/>
              <a:t>Data Analytics Project</a:t>
            </a:r>
          </a:p>
          <a:p>
            <a:br>
              <a:rPr lang="en-US" sz="2800" b="1" dirty="0"/>
            </a:br>
            <a:r>
              <a:rPr lang="en-US" sz="2800" b="1" dirty="0"/>
              <a:t>Presented by: Shreya Dolas</a:t>
            </a:r>
          </a:p>
          <a:p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8440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0418-9A4B-3558-AAEE-DE8EFA1F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601099"/>
            <a:ext cx="10515600" cy="1325563"/>
          </a:xfrm>
        </p:spPr>
        <p:txBody>
          <a:bodyPr/>
          <a:lstStyle/>
          <a:p>
            <a:r>
              <a:rPr lang="en-IN" b="1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391FF3-123E-FEBE-AA2A-9F9E62B52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374" y="1495343"/>
            <a:ext cx="889573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Problem Statement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Modeling (ER Diagram)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&amp; KPIs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&amp; Conclusion </a:t>
            </a:r>
          </a:p>
        </p:txBody>
      </p:sp>
    </p:spTree>
    <p:extLst>
      <p:ext uri="{BB962C8B-B14F-4D97-AF65-F5344CB8AC3E}">
        <p14:creationId xmlns:p14="http://schemas.microsoft.com/office/powerpoint/2010/main" val="256828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0D77-66F8-73EB-99DA-0ADC9F11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/>
          <a:lstStyle/>
          <a:p>
            <a:r>
              <a:rPr lang="en-IN" b="1" dirty="0"/>
              <a:t>Introduction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4E2-1FBA-0B61-8FD9-01410E09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934"/>
            <a:ext cx="10515600" cy="51029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Introduction:</a:t>
            </a:r>
            <a:endParaRPr lang="en-US" dirty="0"/>
          </a:p>
          <a:p>
            <a:r>
              <a:rPr lang="en-US" dirty="0"/>
              <a:t>Sakila database represents a DVD rental store business </a:t>
            </a:r>
          </a:p>
          <a:p>
            <a:r>
              <a:rPr lang="en-US" dirty="0"/>
              <a:t>Contains data on customers, films, rentals, payments, staff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No clear visibility of business performance </a:t>
            </a:r>
          </a:p>
          <a:p>
            <a:r>
              <a:rPr lang="en-US" dirty="0"/>
              <a:t>Difficult to track customer behavior &amp; revenue </a:t>
            </a:r>
          </a:p>
          <a:p>
            <a:r>
              <a:rPr lang="en-US" dirty="0"/>
              <a:t>Inventory and staff performance not optimized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Goal:</a:t>
            </a:r>
            <a:endParaRPr lang="en-US" dirty="0"/>
          </a:p>
          <a:p>
            <a:r>
              <a:rPr lang="en-US" dirty="0"/>
              <a:t>Build interactive Power BI dashboard </a:t>
            </a:r>
          </a:p>
          <a:p>
            <a:r>
              <a:rPr lang="en-US" dirty="0"/>
              <a:t>Provide actionable insights </a:t>
            </a:r>
          </a:p>
          <a:p>
            <a:r>
              <a:rPr lang="en-US" dirty="0"/>
              <a:t>Improve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49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9608-01CE-13FD-0CDE-4FC85CE6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7"/>
            <a:ext cx="10515600" cy="736088"/>
          </a:xfrm>
        </p:spPr>
        <p:txBody>
          <a:bodyPr>
            <a:normAutofit/>
          </a:bodyPr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FFAF1-AF30-174F-4C97-404667A2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515600" cy="50659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About Dataset:</a:t>
            </a:r>
            <a:endParaRPr lang="en-IN" dirty="0"/>
          </a:p>
          <a:p>
            <a:r>
              <a:rPr lang="en-IN" dirty="0"/>
              <a:t>Relational database with multiple tables </a:t>
            </a:r>
          </a:p>
          <a:p>
            <a:r>
              <a:rPr lang="en-IN" dirty="0"/>
              <a:t>Represents complete rental workflow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Key Tables:</a:t>
            </a:r>
            <a:endParaRPr lang="en-IN" dirty="0"/>
          </a:p>
          <a:p>
            <a:r>
              <a:rPr lang="en-IN" b="1" dirty="0"/>
              <a:t>Customer</a:t>
            </a:r>
            <a:r>
              <a:rPr lang="en-IN" dirty="0"/>
              <a:t> → Customer details </a:t>
            </a:r>
          </a:p>
          <a:p>
            <a:r>
              <a:rPr lang="en-IN" b="1" dirty="0"/>
              <a:t>Film</a:t>
            </a:r>
            <a:r>
              <a:rPr lang="en-IN" dirty="0"/>
              <a:t> → Movie information </a:t>
            </a:r>
          </a:p>
          <a:p>
            <a:r>
              <a:rPr lang="en-IN" b="1" dirty="0"/>
              <a:t>Rental</a:t>
            </a:r>
            <a:r>
              <a:rPr lang="en-IN" dirty="0"/>
              <a:t> → Rental transactions </a:t>
            </a:r>
          </a:p>
          <a:p>
            <a:r>
              <a:rPr lang="en-IN" b="1" dirty="0"/>
              <a:t>Payment</a:t>
            </a:r>
            <a:r>
              <a:rPr lang="en-IN" dirty="0"/>
              <a:t> → Revenue data </a:t>
            </a:r>
          </a:p>
          <a:p>
            <a:r>
              <a:rPr lang="en-IN" b="1" dirty="0"/>
              <a:t>Inventory</a:t>
            </a:r>
            <a:r>
              <a:rPr lang="en-IN" dirty="0"/>
              <a:t> → Film stock </a:t>
            </a:r>
          </a:p>
          <a:p>
            <a:r>
              <a:rPr lang="en-IN" b="1" dirty="0"/>
              <a:t>Staff &amp; Store</a:t>
            </a:r>
            <a:r>
              <a:rPr lang="en-IN" dirty="0"/>
              <a:t> →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2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FB6E-E497-2106-1BD0-55E4120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6A90F-4949-49EC-751E-47020491B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86348"/>
            <a:ext cx="5181600" cy="479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Steps Performed:</a:t>
            </a:r>
            <a:endParaRPr lang="en-IN" sz="2400" dirty="0"/>
          </a:p>
          <a:p>
            <a:r>
              <a:rPr lang="en-IN" sz="2400" dirty="0"/>
              <a:t>Removed null values </a:t>
            </a:r>
          </a:p>
          <a:p>
            <a:r>
              <a:rPr lang="en-IN" sz="2400" dirty="0"/>
              <a:t>Handled missing data </a:t>
            </a:r>
          </a:p>
          <a:p>
            <a:r>
              <a:rPr lang="en-IN" sz="2400" dirty="0"/>
              <a:t>Removed duplicates </a:t>
            </a:r>
          </a:p>
          <a:p>
            <a:r>
              <a:rPr lang="en-IN" sz="2400" dirty="0"/>
              <a:t>Corrected data types </a:t>
            </a:r>
          </a:p>
          <a:p>
            <a:pPr marL="0" indent="0">
              <a:buNone/>
            </a:pPr>
            <a:r>
              <a:rPr lang="en-IN" sz="2400" b="1" dirty="0"/>
              <a:t>Data Validation:</a:t>
            </a:r>
            <a:endParaRPr lang="en-IN" sz="2400" dirty="0"/>
          </a:p>
          <a:p>
            <a:r>
              <a:rPr lang="en-IN" sz="2400" dirty="0"/>
              <a:t>Checked invalid entries </a:t>
            </a:r>
          </a:p>
          <a:p>
            <a:r>
              <a:rPr lang="en-IN" sz="2400" dirty="0"/>
              <a:t>Ensured consistency across tables </a:t>
            </a:r>
          </a:p>
          <a:p>
            <a:pPr marL="0" indent="0">
              <a:buNone/>
            </a:pPr>
            <a:r>
              <a:rPr lang="en-IN" sz="2400" b="1" dirty="0"/>
              <a:t>Result:</a:t>
            </a:r>
            <a:endParaRPr lang="en-IN" sz="2400" dirty="0"/>
          </a:p>
          <a:p>
            <a:r>
              <a:rPr lang="en-IN" sz="2400" dirty="0"/>
              <a:t>Clean dataset ready for analysis</a:t>
            </a:r>
          </a:p>
          <a:p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3F2886-0F4C-25EB-E67F-5FDF56B3C5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671484"/>
            <a:ext cx="5761703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2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B9FB-0E39-ACD6-C2E9-7F955F82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dirty="0"/>
              <a:t>EDA &amp; Key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32AE6-C960-05DD-620F-4F70EBDFC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5174"/>
            <a:ext cx="5181600" cy="47217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Analysis Done:</a:t>
            </a:r>
            <a:endParaRPr lang="en-US" dirty="0"/>
          </a:p>
          <a:p>
            <a:r>
              <a:rPr lang="en-US" dirty="0"/>
              <a:t>Rental trends over time </a:t>
            </a:r>
          </a:p>
          <a:p>
            <a:r>
              <a:rPr lang="en-US" dirty="0"/>
              <a:t>Revenue analysis </a:t>
            </a:r>
          </a:p>
          <a:p>
            <a:r>
              <a:rPr lang="en-US" dirty="0"/>
              <a:t>Customer segmentation </a:t>
            </a:r>
          </a:p>
          <a:p>
            <a:r>
              <a:rPr lang="en-US" dirty="0"/>
              <a:t>Film category performance </a:t>
            </a:r>
          </a:p>
          <a:p>
            <a:r>
              <a:rPr lang="en-US" dirty="0"/>
              <a:t>Store-wise performance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Insights:</a:t>
            </a:r>
            <a:endParaRPr lang="en-US" dirty="0"/>
          </a:p>
          <a:p>
            <a:r>
              <a:rPr lang="en-US" dirty="0"/>
              <a:t>Few movies generate most revenue </a:t>
            </a:r>
          </a:p>
          <a:p>
            <a:r>
              <a:rPr lang="en-US" dirty="0"/>
              <a:t>Repeat customers contribute more </a:t>
            </a:r>
          </a:p>
          <a:p>
            <a:r>
              <a:rPr lang="en-US" dirty="0"/>
              <a:t>Peak rentals during weekends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D5441D-3623-ED53-2AA9-DAAED80F39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779637"/>
            <a:ext cx="5633884" cy="32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4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E6DC-9B34-AF2A-BD9A-032F6F44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/>
          <a:lstStyle/>
          <a:p>
            <a:r>
              <a:rPr lang="en-IN" b="1" dirty="0"/>
              <a:t>Data Model (ER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95B63-956C-4F0E-D1E3-65FE453D0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4838"/>
            <a:ext cx="5181600" cy="48692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Model Explanation:</a:t>
            </a:r>
            <a:endParaRPr lang="en-US" dirty="0"/>
          </a:p>
          <a:p>
            <a:r>
              <a:rPr lang="en-US" dirty="0"/>
              <a:t>Connected tables using relationships </a:t>
            </a:r>
          </a:p>
          <a:p>
            <a:r>
              <a:rPr lang="en-US" dirty="0"/>
              <a:t>Used primary &amp; foreign keys </a:t>
            </a:r>
          </a:p>
          <a:p>
            <a:r>
              <a:rPr lang="en-US" dirty="0"/>
              <a:t>Followed star schema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Important Links:</a:t>
            </a:r>
            <a:endParaRPr lang="en-US" dirty="0"/>
          </a:p>
          <a:p>
            <a:r>
              <a:rPr lang="en-US" dirty="0"/>
              <a:t>Customer → Rental → Payment </a:t>
            </a:r>
          </a:p>
          <a:p>
            <a:r>
              <a:rPr lang="en-US" dirty="0"/>
              <a:t>Film → Inventory → Rental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Benefit:</a:t>
            </a:r>
            <a:endParaRPr lang="en-US" dirty="0"/>
          </a:p>
          <a:p>
            <a:r>
              <a:rPr lang="en-US" dirty="0"/>
              <a:t>Fast and efficient analysis 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6A6E30-4BA8-E052-5E26-16D2EBB07B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956619"/>
            <a:ext cx="539053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4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B0A5-5CAF-7FC9-B68F-9C039325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IN" b="1" dirty="0"/>
              <a:t>Dashboard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3D15-3150-8839-186E-8737D8770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07690"/>
            <a:ext cx="5181600" cy="48692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KPIs:</a:t>
            </a:r>
            <a:endParaRPr lang="en-US" dirty="0"/>
          </a:p>
          <a:p>
            <a:r>
              <a:rPr lang="en-US" dirty="0"/>
              <a:t>Total Revenue </a:t>
            </a:r>
          </a:p>
          <a:p>
            <a:r>
              <a:rPr lang="en-US" dirty="0"/>
              <a:t>Total Rentals </a:t>
            </a:r>
          </a:p>
          <a:p>
            <a:r>
              <a:rPr lang="en-US" dirty="0"/>
              <a:t>Total Customers </a:t>
            </a:r>
          </a:p>
          <a:p>
            <a:r>
              <a:rPr lang="en-US" dirty="0"/>
              <a:t>Average Rental Duration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Dashboard Features:</a:t>
            </a:r>
            <a:endParaRPr lang="en-US" dirty="0"/>
          </a:p>
          <a:p>
            <a:r>
              <a:rPr lang="en-US" dirty="0"/>
              <a:t>Filters (Date, Category, Store) </a:t>
            </a:r>
          </a:p>
          <a:p>
            <a:r>
              <a:rPr lang="en-US" dirty="0"/>
              <a:t>Interactive visuals </a:t>
            </a:r>
          </a:p>
          <a:p>
            <a:r>
              <a:rPr lang="en-US" dirty="0"/>
              <a:t>Drill-down analysis 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259BB1-ADF4-0D4F-5165-B44BE2ABB3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09135"/>
            <a:ext cx="5449529" cy="30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06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E245-D4D1-0381-5690-08994904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b="1" dirty="0"/>
              <a:t>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0D82F-2C15-4F57-8FB8-9C81D46EA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Insights:</a:t>
            </a:r>
            <a:endParaRPr lang="en-US" dirty="0"/>
          </a:p>
          <a:p>
            <a:r>
              <a:rPr lang="en-US" dirty="0"/>
              <a:t>Top films drive majority revenue </a:t>
            </a:r>
          </a:p>
          <a:p>
            <a:r>
              <a:rPr lang="en-US" dirty="0"/>
              <a:t>High-value customers identified </a:t>
            </a:r>
          </a:p>
          <a:p>
            <a:r>
              <a:rPr lang="en-US" dirty="0"/>
              <a:t>Certain categories are more popular </a:t>
            </a:r>
          </a:p>
          <a:p>
            <a:r>
              <a:rPr lang="en-US" dirty="0"/>
              <a:t>Staff performance varies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Dashboard improves decision-making </a:t>
            </a:r>
          </a:p>
          <a:p>
            <a:r>
              <a:rPr lang="en-US" dirty="0"/>
              <a:t>Helps optimize inventory &amp; marketing </a:t>
            </a:r>
          </a:p>
          <a:p>
            <a:r>
              <a:rPr lang="en-US" dirty="0"/>
              <a:t>Enhances customer satisfaction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89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318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Movie Rental Store Analysis using Power BI</vt:lpstr>
      <vt:lpstr>Agenda</vt:lpstr>
      <vt:lpstr>Introduction &amp; Problem Statement</vt:lpstr>
      <vt:lpstr>Dataset Overview</vt:lpstr>
      <vt:lpstr>Data Cleaning</vt:lpstr>
      <vt:lpstr>EDA &amp; Key Analysis</vt:lpstr>
      <vt:lpstr>Data Model (ER Diagram)</vt:lpstr>
      <vt:lpstr>Dashboard &amp; KPIs</vt:lpstr>
      <vt:lpstr>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Dolas</dc:creator>
  <cp:lastModifiedBy>Shreya Dolas</cp:lastModifiedBy>
  <cp:revision>1</cp:revision>
  <dcterms:created xsi:type="dcterms:W3CDTF">2026-04-20T20:39:04Z</dcterms:created>
  <dcterms:modified xsi:type="dcterms:W3CDTF">2026-04-20T20:44:10Z</dcterms:modified>
</cp:coreProperties>
</file>